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E71D4E-C878-4C44-8EEB-A2156BD24BA1}">
          <p14:sldIdLst>
            <p14:sldId id="256"/>
          </p14:sldIdLst>
        </p14:section>
        <p14:section name="Untitled Section" id="{828BCC8C-7F20-4A1E-BF1D-5E4A023AF916}">
          <p14:sldIdLst>
            <p14:sldId id="265"/>
            <p14:sldId id="264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46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3657600" cy="4997196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0" y="73152"/>
            <a:ext cx="54864" cy="49971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22960"/>
            <a:ext cx="256032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749040"/>
            <a:ext cx="274320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490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VibeHack '26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5760" y="4315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Crew</a:t>
            </a:r>
            <a:endParaRPr lang="en-US" sz="2800" b="1" dirty="0"/>
          </a:p>
        </p:txBody>
      </p:sp>
      <p:sp>
        <p:nvSpPr>
          <p:cNvPr id="10" name="Text 7"/>
          <p:cNvSpPr/>
          <p:nvPr/>
        </p:nvSpPr>
        <p:spPr>
          <a:xfrm>
            <a:off x="3840480" y="50292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GHOST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3840480" y="1417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6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4400" dirty="0"/>
          </a:p>
        </p:txBody>
      </p:sp>
      <p:sp>
        <p:nvSpPr>
          <p:cNvPr id="12" name="Shape 9"/>
          <p:cNvSpPr/>
          <p:nvPr/>
        </p:nvSpPr>
        <p:spPr>
          <a:xfrm>
            <a:off x="3840480" y="2450592"/>
            <a:ext cx="493776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to the Void. Watch it Fade.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40480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0487576-6791-E1AA-91B9-822904BFF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998550"/>
              </p:ext>
            </p:extLst>
          </p:nvPr>
        </p:nvGraphicFramePr>
        <p:xfrm>
          <a:off x="3867912" y="3228926"/>
          <a:ext cx="488289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1448">
                  <a:extLst>
                    <a:ext uri="{9D8B030D-6E8A-4147-A177-3AD203B41FA5}">
                      <a16:colId xmlns:a16="http://schemas.microsoft.com/office/drawing/2014/main" val="4213014844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39131228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Members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Registration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660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Rahul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24BCE10727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35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Nikhil 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24BCE11306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099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Krish Tolani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24BCE11181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8422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5890D-2A52-FAD0-7002-3CD885103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74224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8DF438-9CC1-98C6-0BD6-DC49B2DEC7E8}"/>
              </a:ext>
            </a:extLst>
          </p:cNvPr>
          <p:cNvSpPr txBox="1"/>
          <p:nvPr/>
        </p:nvSpPr>
        <p:spPr>
          <a:xfrm>
            <a:off x="98473" y="4547798"/>
            <a:ext cx="2138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</a:t>
            </a:r>
            <a:r>
              <a:rPr lang="en-US" sz="1400" b="1" dirty="0" err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 for Demo video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82522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23B707-70E0-1AEF-70DE-D0B599D7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262039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817262-6BED-52F3-D1AE-08216AE74D45}"/>
              </a:ext>
            </a:extLst>
          </p:cNvPr>
          <p:cNvSpPr txBox="1"/>
          <p:nvPr/>
        </p:nvSpPr>
        <p:spPr>
          <a:xfrm>
            <a:off x="0" y="4620280"/>
            <a:ext cx="2539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</a:t>
            </a:r>
            <a:r>
              <a:rPr lang="en-US" sz="1400" b="1" dirty="0" err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 for Demo video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4503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need to exist?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651760" cy="3474720"/>
          </a:xfrm>
          <a:prstGeom prst="rect">
            <a:avLst/>
          </a:prstGeom>
          <a:solidFill>
            <a:srgbClr val="111827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265176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3716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Digital Tattoo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6517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 post online is permanent and tied to our professional identity — LinkedIn, Twitter, and beyond.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651760" cy="3474720"/>
          </a:xfrm>
          <a:prstGeom prst="rect">
            <a:avLst/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188720"/>
            <a:ext cx="26517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37160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Anxiety of Expression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29000" y="26517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fear ranting, sharing secrets, or asking 'stupid' questions due to the looming fear of being judged later.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80760" y="1188720"/>
            <a:ext cx="2651760" cy="3474720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0760" y="1188720"/>
            <a:ext cx="26517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37160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"Middle Ground"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63640" y="26517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is either too formal (LinkedIn) or too toxic/permanent (X/Facebook). There's nothing in between.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27432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91840" y="1024128"/>
            <a:ext cx="5486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91840" y="1024128"/>
            <a:ext cx="54864" cy="1097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93008" y="11155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 &amp; Real-Time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93008" y="143560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platform where your thoughts live temporarily — you whisper, the void listens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258568"/>
            <a:ext cx="5486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2258568"/>
            <a:ext cx="54864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93008" y="23500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 by Design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93008" y="26700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just hide your name; we delete your traces entirely. No PII stored, ever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3493008"/>
            <a:ext cx="54864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91840" y="3493008"/>
            <a:ext cx="54864" cy="10972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93008" y="35844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Barrier to Entry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93008" y="39044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Sign-ups. No Logins. No Databases full of user data. Open the tab, you're in.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"Wow" Factor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1737360"/>
          </a:xfrm>
          <a:prstGeom prst="rect">
            <a:avLst/>
          </a:prstGeom>
          <a:solidFill>
            <a:srgbClr val="111827"/>
          </a:solidFill>
          <a:ln w="15240">
            <a:solidFill>
              <a:srgbClr val="EC489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00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34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Ephemeral Spills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60934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auto self-destruct after 2 hours. Nothing sticks around.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4023360" cy="1737360"/>
          </a:xfrm>
          <a:prstGeom prst="rect">
            <a:avLst/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60020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234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Spectral Identity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669280" y="160934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alias per session (e.g. ShadowHustler). Identity erased on tab close.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65760" y="3017520"/>
            <a:ext cx="4023360" cy="1737360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520440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154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Whisper Threads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80160" y="352958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via Socket.io with typing indicators: "Ghost is whispering..."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754880" y="3017520"/>
            <a:ext cx="4023360" cy="173736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520440"/>
            <a:ext cx="594360" cy="5943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69280" y="3154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Boss Key (Esc)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669280" y="352958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[Esc] to hide behind a fake Google Scholar page. Perfect for classrooms!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2471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069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78992" y="1344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lightweight, cyberpunk aesthetic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1792224"/>
            <a:ext cx="841248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911096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1856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78992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9751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REST API layer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2578608"/>
            <a:ext cx="841248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9748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8992" y="2642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078992" y="2916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937760" y="2761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live communication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3364992"/>
            <a:ext cx="841248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48386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8992" y="3429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078992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3776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spills + thread history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65760" y="4151376"/>
            <a:ext cx="841248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67E8F9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270248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78992" y="42153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078992" y="4489704"/>
            <a:ext cx="3021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(Frontend) + Render (Backend)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937760" y="43342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CDN, zero config deploys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 &amp; SECURITY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237744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17520" y="1097280"/>
            <a:ext cx="5760720" cy="1115568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017520" y="1097280"/>
            <a:ext cx="54864" cy="11155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18688" y="118872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Session-Only Tracking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18688" y="151790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SessionStorage, not Cookies. Tab close = Identity gone permanently.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017520" y="2359152"/>
            <a:ext cx="5760720" cy="1115568"/>
          </a:xfrm>
          <a:prstGeom prst="rect">
            <a:avLst/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17520" y="2359152"/>
            <a:ext cx="54864" cy="11155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18688" y="245059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User Logs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18688" y="277977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 and device IDs are never stored. You are invisible to us.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017520" y="3621024"/>
            <a:ext cx="5760720" cy="1115568"/>
          </a:xfrm>
          <a:prstGeom prst="rect">
            <a:avLst/>
          </a:prstGeom>
          <a:solidFill>
            <a:srgbClr val="111827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17520" y="3621024"/>
            <a:ext cx="54864" cy="11155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18688" y="371246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Purge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18688" y="404164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post expires, its entire chat history is wiped from the MongoDB cluster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3657600"/>
          </a:xfrm>
          <a:prstGeom prst="rect">
            <a:avLst/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234440"/>
            <a:ext cx="1645920" cy="3291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234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01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737360"/>
            <a:ext cx="822960" cy="822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Encryption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30352" y="320040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Ultra-secure whispering with full E2E encryption on all whisper threads.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0" y="1051560"/>
            <a:ext cx="2651760" cy="3657600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1051560"/>
            <a:ext cx="26517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03320" y="1234440"/>
            <a:ext cx="1645920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03320" y="1234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02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737360"/>
            <a:ext cx="822960" cy="8229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Spills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364992" y="320040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disappearing images and ephemeral voice notes.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035040" y="1051560"/>
            <a:ext cx="2651760" cy="3657600"/>
          </a:xfrm>
          <a:prstGeom prst="rect">
            <a:avLst/>
          </a:prstGeom>
          <a:solidFill>
            <a:srgbClr val="111827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35040" y="1051560"/>
            <a:ext cx="265176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37960" y="1234440"/>
            <a:ext cx="1645920" cy="32918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37960" y="1234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03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737360"/>
            <a:ext cx="822960" cy="8229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7220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Campus-Only Voids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199632" y="320040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Geofenced boards for specific universities — e.g. a VIT Bhopal exclusive void.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8412480" cy="2450592"/>
          </a:xfrm>
          <a:prstGeom prst="rect">
            <a:avLst/>
          </a:prstGeom>
          <a:solidFill>
            <a:srgbClr val="0F1629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01168"/>
            <a:ext cx="8412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48920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7030A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 Human Again. Without the Permanent Record.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463040" y="1051560"/>
            <a:ext cx="7132320" cy="131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"Ghost Protocol isn't just an app; it's a safe space for the digital generation to be human again — without the fear of a permanent record."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001130" y="2779776"/>
            <a:ext cx="5029200" cy="2034540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75450" y="29716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to enter the void: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73A1FD-06D5-23E6-5CD3-0C44C0518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890" y="2907792"/>
            <a:ext cx="1804183" cy="18041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89D8FBE-5324-7AAB-28D9-420E38E59A01}"/>
              </a:ext>
            </a:extLst>
          </p:cNvPr>
          <p:cNvSpPr txBox="1"/>
          <p:nvPr/>
        </p:nvSpPr>
        <p:spPr>
          <a:xfrm>
            <a:off x="2032780" y="4267994"/>
            <a:ext cx="2539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</a:t>
            </a:r>
            <a:r>
              <a:rPr lang="en-US" sz="1400" b="1" dirty="0" err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 for Demo video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491</Words>
  <Application>Microsoft Office PowerPoint</Application>
  <PresentationFormat>On-screen Show (16:9)</PresentationFormat>
  <Paragraphs>85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Ghost Protocol – VibeHack '26</dc:title>
  <dc:subject>PptxGenJS Presentation</dc:subject>
  <dc:creator>Team Ghost Protocol</dc:creator>
  <cp:lastModifiedBy>NIKHIL RAJ</cp:lastModifiedBy>
  <cp:revision>4</cp:revision>
  <dcterms:created xsi:type="dcterms:W3CDTF">2026-04-08T08:49:13Z</dcterms:created>
  <dcterms:modified xsi:type="dcterms:W3CDTF">2026-04-08T10:15:56Z</dcterms:modified>
</cp:coreProperties>
</file>